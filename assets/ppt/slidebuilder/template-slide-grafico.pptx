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3"/>
  </p:notesMasterIdLst>
  <p:handoutMasterIdLst>
    <p:handoutMasterId r:id="rId4"/>
  </p:handoutMasterIdLst>
  <p:sldIdLst>
    <p:sldId id="2146849867" r:id="rId2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0A7"/>
    <a:srgbClr val="C3162B"/>
    <a:srgbClr val="460E1D"/>
    <a:srgbClr val="EAE3DB"/>
    <a:srgbClr val="F5F5F5"/>
    <a:srgbClr val="E21529"/>
    <a:srgbClr val="353134"/>
    <a:srgbClr val="E8E1DF"/>
    <a:srgbClr val="E5E7E9"/>
    <a:srgbClr val="F1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89831" autoAdjust="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AE28FAA-A51D-2B82-1B16-AEC5DA481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7F2149-5214-1A7B-5253-60F2D19BE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BE28-0A3D-4C41-9CFE-3C7416B26FD2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691885-FEFF-9D72-090C-DFED6A5D0A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34F44-A75F-031E-7AD2-F8EEDA804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BF87-764E-4497-91C4-AF1BD0F6E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9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EC0-B44D-4781-8E7E-0E122DC59412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BADB4-55F1-47E7-BB46-7A7FB6E237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2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8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77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9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62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9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99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9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39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8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976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54437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7637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830046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46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A7244-4165-3D73-1030-C84FF044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Elemento grafico 236">
            <a:extLst>
              <a:ext uri="{FF2B5EF4-FFF2-40B4-BE49-F238E27FC236}">
                <a16:creationId xmlns:a16="http://schemas.microsoft.com/office/drawing/2014/main" id="{2482FF74-D60B-31D0-7939-ED33EF74F3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  <p:sp>
        <p:nvSpPr>
          <p:cNvPr id="238" name="object 4">
            <a:extLst>
              <a:ext uri="{FF2B5EF4-FFF2-40B4-BE49-F238E27FC236}">
                <a16:creationId xmlns:a16="http://schemas.microsoft.com/office/drawing/2014/main" id="{889A9BC2-1F0E-619D-31A1-79BC929895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9172BD26-61A0-0374-F510-67FE61054A57}"/>
              </a:ext>
            </a:extLst>
          </p:cNvPr>
          <p:cNvSpPr/>
          <p:nvPr/>
        </p:nvSpPr>
        <p:spPr>
          <a:xfrm>
            <a:off x="0" y="1231311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Inserire piccola descrizione</a:t>
            </a:r>
          </a:p>
        </p:txBody>
      </p:sp>
      <p:sp>
        <p:nvSpPr>
          <p:cNvPr id="16" name="Sottotitolo 2">
            <a:extLst>
              <a:ext uri="{FF2B5EF4-FFF2-40B4-BE49-F238E27FC236}">
                <a16:creationId xmlns:a16="http://schemas.microsoft.com/office/drawing/2014/main" id="{B968264D-2154-EAD4-7C5C-232E01AE339E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Inserire qui il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titolo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1F29B3F-D7BA-0B9E-666C-B3073436EB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58657" y="6497407"/>
            <a:ext cx="464628" cy="237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700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</a:rPr>
              <a:t>Fonte: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898B55A-BF02-EB2A-712B-7873F27BC5F0}"/>
              </a:ext>
            </a:extLst>
          </p:cNvPr>
          <p:cNvSpPr txBox="1"/>
          <p:nvPr/>
        </p:nvSpPr>
        <p:spPr>
          <a:xfrm>
            <a:off x="1947579" y="6497407"/>
            <a:ext cx="4726502" cy="237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700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</a:rPr>
              <a:t>inserire qui fonte.</a:t>
            </a:r>
          </a:p>
        </p:txBody>
      </p:sp>
    </p:spTree>
    <p:extLst>
      <p:ext uri="{BB962C8B-B14F-4D97-AF65-F5344CB8AC3E}">
        <p14:creationId xmlns:p14="http://schemas.microsoft.com/office/powerpoint/2010/main" val="16536072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48AA85-D461-48A6-8FA4-E266336A27F2}">
  <we:reference id="wa200009065" version="1.0.0.0" store="it-IT" storeType="OMEX"/>
  <we:alternateReferences>
    <we:reference id="WA200009065" version="1.0.0.0" store="WA20000906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12728</TotalTime>
  <Words>24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9" baseType="lpstr">
      <vt:lpstr>Aptos</vt:lpstr>
      <vt:lpstr>Arial</vt:lpstr>
      <vt:lpstr>Broadcast Matter</vt:lpstr>
      <vt:lpstr>Manrope</vt:lpstr>
      <vt:lpstr>Montserrat</vt:lpstr>
      <vt:lpstr>PP Pangaia Italic</vt:lpstr>
      <vt:lpstr>PP Pangaia SemiBold</vt:lpstr>
      <vt:lpstr>2_Tema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Dolor - Abitare Co.</dc:creator>
  <cp:lastModifiedBy>Billy Dolor - Abitare Co.</cp:lastModifiedBy>
  <cp:revision>226</cp:revision>
  <cp:lastPrinted>2025-06-19T16:06:35Z</cp:lastPrinted>
  <dcterms:created xsi:type="dcterms:W3CDTF">2024-09-20T12:56:38Z</dcterms:created>
  <dcterms:modified xsi:type="dcterms:W3CDTF">2026-06-04T10:46:39Z</dcterms:modified>
</cp:coreProperties>
</file>