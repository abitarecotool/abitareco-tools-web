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7" r:id="rId1"/>
  </p:sldMasterIdLst>
  <p:notesMasterIdLst>
    <p:notesMasterId r:id="rId3"/>
  </p:notesMasterIdLst>
  <p:handoutMasterIdLst>
    <p:handoutMasterId r:id="rId4"/>
  </p:handoutMasterIdLst>
  <p:sldIdLst>
    <p:sldId id="2146849867" r:id="rId2"/>
  </p:sldIdLst>
  <p:sldSz cx="12192000" cy="6858000"/>
  <p:notesSz cx="6797675" cy="9926638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A0A7"/>
    <a:srgbClr val="C3162B"/>
    <a:srgbClr val="460E1D"/>
    <a:srgbClr val="EAE3DB"/>
    <a:srgbClr val="F5F5F5"/>
    <a:srgbClr val="E21529"/>
    <a:srgbClr val="353134"/>
    <a:srgbClr val="E8E1DF"/>
    <a:srgbClr val="E5E7E9"/>
    <a:srgbClr val="F1E9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838" autoAdjust="0"/>
    <p:restoredTop sz="89831" autoAdjust="0"/>
  </p:normalViewPr>
  <p:slideViewPr>
    <p:cSldViewPr snapToGrid="0">
      <p:cViewPr varScale="1">
        <p:scale>
          <a:sx n="107" d="100"/>
          <a:sy n="107" d="100"/>
        </p:scale>
        <p:origin x="678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75" d="100"/>
          <a:sy n="75" d="100"/>
        </p:scale>
        <p:origin x="4026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0AE28FAA-A51D-2B82-1B16-AEC5DA481C4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2E7F2149-5214-1A7B-5253-60F2D19BE05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A3BE28-0A3D-4C41-9CFE-3C7416B26FD2}" type="datetimeFigureOut">
              <a:rPr lang="it-IT" smtClean="0"/>
              <a:t>05/06/2026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4B691885-FEFF-9D72-090C-DFED6A5D0AA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36D34F44-A75F-031E-7AD2-F8EEDA804EF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8ABF87-764E-4497-91C4-AF1BD0F6E8F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9152971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8E8EC0-B44D-4781-8E7E-0E122DC59412}" type="datetimeFigureOut">
              <a:rPr lang="it-IT" smtClean="0"/>
              <a:t>05/06/2026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EBADB4-55F1-47E7-BB46-7A7FB6E2371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725260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59819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17750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840948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25623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9923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59952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395953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83939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099853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029769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D11C193D-22FE-5921-3B25-DC38CD360C8F}"/>
              </a:ext>
            </a:extLst>
          </p:cNvPr>
          <p:cNvCxnSpPr>
            <a:cxnSpLocks/>
          </p:cNvCxnSpPr>
          <p:nvPr userDrawn="1"/>
        </p:nvCxnSpPr>
        <p:spPr>
          <a:xfrm>
            <a:off x="11594626" y="0"/>
            <a:ext cx="0" cy="685800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A9B917DB-8364-B7DB-EF1C-E76BD92D7366}"/>
              </a:ext>
            </a:extLst>
          </p:cNvPr>
          <p:cNvCxnSpPr>
            <a:cxnSpLocks/>
          </p:cNvCxnSpPr>
          <p:nvPr userDrawn="1"/>
        </p:nvCxnSpPr>
        <p:spPr>
          <a:xfrm flipH="1">
            <a:off x="1" y="475244"/>
            <a:ext cx="12192000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egnaposto contenuto 2">
            <a:extLst>
              <a:ext uri="{FF2B5EF4-FFF2-40B4-BE49-F238E27FC236}">
                <a16:creationId xmlns:a16="http://schemas.microsoft.com/office/drawing/2014/main" id="{6F36C16F-7932-8FFA-DD0C-9783F973D86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64565" y="4093829"/>
            <a:ext cx="5499535" cy="142396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709">
                <a:solidFill>
                  <a:schemeClr val="bg1"/>
                </a:solidFill>
                <a:latin typeface="Broadcast Matter" pitchFamily="2" charset="0"/>
              </a:defRPr>
            </a:lvl1pPr>
          </a:lstStyle>
          <a:p>
            <a:pPr lvl="0"/>
            <a:r>
              <a:rPr lang="it-IT" dirty="0"/>
              <a:t>Titolo slide</a:t>
            </a:r>
          </a:p>
        </p:txBody>
      </p:sp>
      <p:sp>
        <p:nvSpPr>
          <p:cNvPr id="4" name="Segnaposto contenuto 2">
            <a:extLst>
              <a:ext uri="{FF2B5EF4-FFF2-40B4-BE49-F238E27FC236}">
                <a16:creationId xmlns:a16="http://schemas.microsoft.com/office/drawing/2014/main" id="{5C79045D-1E5D-986D-B10A-660D2FC7035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124773" y="5033959"/>
            <a:ext cx="5499535" cy="1423967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8709">
                <a:solidFill>
                  <a:schemeClr val="bg1"/>
                </a:solidFill>
                <a:latin typeface="Broadcast Matter" pitchFamily="2" charset="0"/>
              </a:defRPr>
            </a:lvl1pPr>
          </a:lstStyle>
          <a:p>
            <a:pPr lvl="0"/>
            <a:r>
              <a:rPr lang="it-IT" dirty="0"/>
              <a:t>Seconda riga</a:t>
            </a:r>
          </a:p>
        </p:txBody>
      </p:sp>
    </p:spTree>
    <p:extLst>
      <p:ext uri="{BB962C8B-B14F-4D97-AF65-F5344CB8AC3E}">
        <p14:creationId xmlns:p14="http://schemas.microsoft.com/office/powerpoint/2010/main" val="15443799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81">
          <p15:clr>
            <a:srgbClr val="FBAE40"/>
          </p15:clr>
        </p15:guide>
        <p15:guide id="2" pos="3367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6">
            <a:extLst>
              <a:ext uri="{FF2B5EF4-FFF2-40B4-BE49-F238E27FC236}">
                <a16:creationId xmlns:a16="http://schemas.microsoft.com/office/drawing/2014/main" id="{0D76C8DE-008F-8B1F-043C-5C6ED687EE30}"/>
              </a:ext>
            </a:extLst>
          </p:cNvPr>
          <p:cNvSpPr/>
          <p:nvPr userDrawn="1"/>
        </p:nvSpPr>
        <p:spPr>
          <a:xfrm rot="5400000">
            <a:off x="5559982" y="842788"/>
            <a:ext cx="474657" cy="1159462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633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9FE731E-09C8-4669-B138-1B7DC199567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3424" y="6505164"/>
            <a:ext cx="4031415" cy="24194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16" i="1">
                <a:solidFill>
                  <a:schemeClr val="bg1">
                    <a:lumMod val="75000"/>
                  </a:schemeClr>
                </a:solidFill>
                <a:latin typeface="Montserrat" panose="00000500000000000000" pitchFamily="50" charset="0"/>
              </a:defRPr>
            </a:lvl1pPr>
          </a:lstStyle>
          <a:p>
            <a:pPr lvl="0"/>
            <a:r>
              <a:rPr lang="it-IT" dirty="0"/>
              <a:t>Fonte: </a:t>
            </a:r>
            <a:r>
              <a:rPr lang="it-IT" dirty="0" err="1"/>
              <a:t>xxxxxxxxxxxxxxxxxxxxxxxxxxxxxxxxxxxxxxxxx</a:t>
            </a:r>
            <a:endParaRPr lang="it-IT" dirty="0"/>
          </a:p>
        </p:txBody>
      </p:sp>
      <p:sp>
        <p:nvSpPr>
          <p:cNvPr id="2" name="Segnaposto contenuto 14">
            <a:extLst>
              <a:ext uri="{FF2B5EF4-FFF2-40B4-BE49-F238E27FC236}">
                <a16:creationId xmlns:a16="http://schemas.microsoft.com/office/drawing/2014/main" id="{E86144C5-208C-AC09-2EA2-959FC067BD4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 rot="16200000">
            <a:off x="9700747" y="2628083"/>
            <a:ext cx="4476131" cy="298912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89" spc="272">
                <a:latin typeface="Montserrat" panose="00000500000000000000" pitchFamily="50" charset="0"/>
              </a:defRPr>
            </a:lvl1pPr>
          </a:lstStyle>
          <a:p>
            <a:pPr lvl="0"/>
            <a:r>
              <a:rPr lang="it-IT" dirty="0"/>
              <a:t>TITOLO</a:t>
            </a:r>
          </a:p>
        </p:txBody>
      </p:sp>
    </p:spTree>
    <p:extLst>
      <p:ext uri="{BB962C8B-B14F-4D97-AF65-F5344CB8AC3E}">
        <p14:creationId xmlns:p14="http://schemas.microsoft.com/office/powerpoint/2010/main" val="237637137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18D4AB3-0845-7384-2008-7080217EE55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483379" y="6474357"/>
            <a:ext cx="4831853" cy="275404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816" i="1">
                <a:solidFill>
                  <a:schemeClr val="tx1"/>
                </a:solidFill>
                <a:latin typeface="Montserrat" panose="00000500000000000000" pitchFamily="50" charset="0"/>
              </a:defRPr>
            </a:lvl1pPr>
          </a:lstStyle>
          <a:p>
            <a:pPr lvl="0"/>
            <a:r>
              <a:rPr lang="it-IT" dirty="0"/>
              <a:t>Fonte: </a:t>
            </a:r>
            <a:r>
              <a:rPr lang="it-IT" dirty="0" err="1"/>
              <a:t>xxxxxxxxxxxxxxxxx</a:t>
            </a:r>
            <a:endParaRPr lang="it-IT" dirty="0"/>
          </a:p>
        </p:txBody>
      </p:sp>
      <p:sp>
        <p:nvSpPr>
          <p:cNvPr id="15" name="Segnaposto contenuto 14">
            <a:extLst>
              <a:ext uri="{FF2B5EF4-FFF2-40B4-BE49-F238E27FC236}">
                <a16:creationId xmlns:a16="http://schemas.microsoft.com/office/drawing/2014/main" id="{95D66DDF-925B-036A-A9B3-85FF1CB334C4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 rot="16200000">
            <a:off x="9700747" y="2628083"/>
            <a:ext cx="4476131" cy="298912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089" spc="272">
                <a:latin typeface="Montserrat" panose="00000500000000000000" pitchFamily="50" charset="0"/>
              </a:defRPr>
            </a:lvl1pPr>
          </a:lstStyle>
          <a:p>
            <a:pPr lvl="0"/>
            <a:r>
              <a:rPr lang="it-IT" dirty="0"/>
              <a:t>TITOLO</a:t>
            </a:r>
          </a:p>
        </p:txBody>
      </p:sp>
    </p:spTree>
    <p:extLst>
      <p:ext uri="{BB962C8B-B14F-4D97-AF65-F5344CB8AC3E}">
        <p14:creationId xmlns:p14="http://schemas.microsoft.com/office/powerpoint/2010/main" val="83004636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sv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EFE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Elemento grafico 236">
            <a:extLst>
              <a:ext uri="{FF2B5EF4-FFF2-40B4-BE49-F238E27FC236}">
                <a16:creationId xmlns:a16="http://schemas.microsoft.com/office/drawing/2014/main" id="{2482FF74-D60B-31D0-7939-ED33EF74F33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0824140" y="6452341"/>
            <a:ext cx="1190061" cy="226392"/>
          </a:xfrm>
          <a:prstGeom prst="rect">
            <a:avLst/>
          </a:prstGeom>
        </p:spPr>
      </p:pic>
      <p:sp>
        <p:nvSpPr>
          <p:cNvPr id="238" name="object 4">
            <a:extLst>
              <a:ext uri="{FF2B5EF4-FFF2-40B4-BE49-F238E27FC236}">
                <a16:creationId xmlns:a16="http://schemas.microsoft.com/office/drawing/2014/main" id="{889A9BC2-1F0E-619D-31A1-79BC9298952B}"/>
              </a:ext>
            </a:extLst>
          </p:cNvPr>
          <p:cNvSpPr txBox="1">
            <a:spLocks/>
          </p:cNvSpPr>
          <p:nvPr userDrawn="1"/>
        </p:nvSpPr>
        <p:spPr>
          <a:xfrm>
            <a:off x="66675" y="6566004"/>
            <a:ext cx="1658151" cy="12054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Manrope" pitchFamily="2" charset="0"/>
                <a:cs typeface="Arial"/>
              </a:rPr>
              <a:t>© </a:t>
            </a:r>
            <a:r>
              <a:rPr kumimoji="0" sz="700" b="0" i="0" u="none" strike="noStrike" kern="1200" cap="none" spc="-5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Manrope" pitchFamily="2" charset="0"/>
                <a:cs typeface="Arial"/>
              </a:rPr>
              <a:t>202</a:t>
            </a:r>
            <a:r>
              <a:rPr lang="it-IT" sz="700" spc="-5" dirty="0">
                <a:solidFill>
                  <a:schemeClr val="bg2">
                    <a:lumMod val="25000"/>
                  </a:schemeClr>
                </a:solidFill>
                <a:latin typeface="Manrope" pitchFamily="2" charset="0"/>
                <a:cs typeface="Arial"/>
              </a:rPr>
              <a:t>6</a:t>
            </a:r>
            <a:r>
              <a:rPr kumimoji="0" sz="700" b="0" i="0" u="none" strike="noStrike" kern="1200" cap="none" spc="-5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Manrope" pitchFamily="2" charset="0"/>
                <a:cs typeface="Arial"/>
              </a:rPr>
              <a:t> </a:t>
            </a:r>
            <a:r>
              <a:rPr kumimoji="0" lang="it-IT" sz="700" b="0" i="0" u="none" strike="noStrike" kern="1200" cap="none" spc="-5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Manrope" pitchFamily="2" charset="0"/>
                <a:cs typeface="Arial"/>
              </a:rPr>
              <a:t>Abitare Co</a:t>
            </a:r>
            <a:r>
              <a:rPr kumimoji="0" sz="7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Manrope" pitchFamily="2" charset="0"/>
                <a:cs typeface="Arial"/>
              </a:rPr>
              <a:t>. </a:t>
            </a:r>
            <a:r>
              <a:rPr kumimoji="0" lang="it-IT" sz="7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Manrope" pitchFamily="2" charset="0"/>
                <a:cs typeface="Arial"/>
              </a:rPr>
              <a:t>| </a:t>
            </a:r>
            <a:r>
              <a:rPr kumimoji="0" sz="700" b="0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Manrope" pitchFamily="2" charset="0"/>
                <a:cs typeface="Arial"/>
              </a:rPr>
              <a:t>All </a:t>
            </a:r>
            <a:r>
              <a:rPr kumimoji="0" sz="700" b="0" i="0" u="none" strike="noStrike" kern="1200" cap="none" spc="-5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Manrope" pitchFamily="2" charset="0"/>
                <a:cs typeface="Arial"/>
              </a:rPr>
              <a:t>rights</a:t>
            </a:r>
            <a:r>
              <a:rPr kumimoji="0" sz="700" b="0" i="0" u="none" strike="noStrike" kern="1200" cap="none" spc="105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Manrope" pitchFamily="2" charset="0"/>
                <a:cs typeface="Arial"/>
              </a:rPr>
              <a:t> </a:t>
            </a:r>
            <a:r>
              <a:rPr kumimoji="0" sz="700" b="0" i="0" u="none" strike="noStrike" kern="1200" cap="none" spc="-5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Manrope" pitchFamily="2" charset="0"/>
                <a:cs typeface="Arial"/>
              </a:rPr>
              <a:t>reserved.</a:t>
            </a:r>
            <a:endParaRPr kumimoji="0" sz="700" b="0" i="0" u="none" strike="noStrike" kern="1200" cap="none" spc="0" normalizeH="0" baseline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Manrope" pitchFamily="2" charset="0"/>
              <a:cs typeface="Arial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E1F29B3F-D7BA-0B9E-666C-B3073436EBEF}"/>
              </a:ext>
            </a:extLst>
          </p:cNvPr>
          <p:cNvSpPr txBox="1">
            <a:spLocks/>
          </p:cNvSpPr>
          <p:nvPr userDrawn="1"/>
        </p:nvSpPr>
        <p:spPr>
          <a:xfrm>
            <a:off x="1658657" y="6497407"/>
            <a:ext cx="464628" cy="237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it-IT" sz="700" dirty="0">
                <a:solidFill>
                  <a:schemeClr val="bg2">
                    <a:lumMod val="25000"/>
                  </a:schemeClr>
                </a:solidFill>
                <a:latin typeface="Manrope" pitchFamily="2" charset="0"/>
              </a:rPr>
              <a:t>Fonte:</a:t>
            </a:r>
          </a:p>
        </p:txBody>
      </p:sp>
    </p:spTree>
    <p:extLst>
      <p:ext uri="{BB962C8B-B14F-4D97-AF65-F5344CB8AC3E}">
        <p14:creationId xmlns:p14="http://schemas.microsoft.com/office/powerpoint/2010/main" val="3436463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59" r:id="rId2"/>
    <p:sldLayoutId id="2147483760" r:id="rId3"/>
    <p:sldLayoutId id="2147483761" r:id="rId4"/>
    <p:sldLayoutId id="2147483762" r:id="rId5"/>
    <p:sldLayoutId id="2147483763" r:id="rId6"/>
    <p:sldLayoutId id="2147483764" r:id="rId7"/>
    <p:sldLayoutId id="2147483765" r:id="rId8"/>
    <p:sldLayoutId id="2147483766" r:id="rId9"/>
    <p:sldLayoutId id="2147483767" r:id="rId10"/>
    <p:sldLayoutId id="2147483768" r:id="rId11"/>
    <p:sldLayoutId id="2147483769" r:id="rId12"/>
    <p:sldLayoutId id="2147483770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4A7244-4165-3D73-1030-C84FF044A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08">
            <a:extLst>
              <a:ext uri="{FF2B5EF4-FFF2-40B4-BE49-F238E27FC236}">
                <a16:creationId xmlns:a16="http://schemas.microsoft.com/office/drawing/2014/main" id="{9172BD26-61A0-0374-F510-67FE61054A57}"/>
              </a:ext>
            </a:extLst>
          </p:cNvPr>
          <p:cNvSpPr/>
          <p:nvPr/>
        </p:nvSpPr>
        <p:spPr>
          <a:xfrm>
            <a:off x="0" y="1231311"/>
            <a:ext cx="121920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200" b="0" i="0" u="none" strike="noStrike" kern="1200" cap="none" spc="0" normalizeH="0" baseline="0" noProof="0" dirty="0">
                <a:ln>
                  <a:noFill/>
                </a:ln>
                <a:solidFill>
                  <a:srgbClr val="460E1D"/>
                </a:solidFill>
                <a:effectLst/>
                <a:uLnTx/>
                <a:uFillTx/>
                <a:latin typeface="Manrope" pitchFamily="2" charset="0"/>
                <a:ea typeface="+mn-ea"/>
                <a:cs typeface="+mn-cs"/>
              </a:rPr>
              <a:t>Inserire piccola descrizione</a:t>
            </a:r>
          </a:p>
        </p:txBody>
      </p:sp>
      <p:sp>
        <p:nvSpPr>
          <p:cNvPr id="16" name="Sottotitolo 2">
            <a:extLst>
              <a:ext uri="{FF2B5EF4-FFF2-40B4-BE49-F238E27FC236}">
                <a16:creationId xmlns:a16="http://schemas.microsoft.com/office/drawing/2014/main" id="{B968264D-2154-EAD4-7C5C-232E01AE339E}"/>
              </a:ext>
            </a:extLst>
          </p:cNvPr>
          <p:cNvSpPr txBox="1">
            <a:spLocks/>
          </p:cNvSpPr>
          <p:nvPr/>
        </p:nvSpPr>
        <p:spPr>
          <a:xfrm>
            <a:off x="0" y="283091"/>
            <a:ext cx="12192000" cy="761611"/>
          </a:xfrm>
          <a:prstGeom prst="rect">
            <a:avLst/>
          </a:prstGeom>
        </p:spPr>
        <p:txBody>
          <a:bodyPr/>
          <a:lstStyle>
            <a:lvl1pPr marL="0" indent="0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defRPr sz="1224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48205" indent="-146990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rgbClr val="7C7C7C"/>
              </a:buClr>
              <a:buSzPct val="125000"/>
              <a:buFont typeface="Arial" panose="020B0604020202020204" pitchFamily="34" charset="0"/>
              <a:buChar char="•"/>
              <a:defRPr sz="1224" baseline="0">
                <a:solidFill>
                  <a:schemeClr val="tx1"/>
                </a:solidFill>
                <a:latin typeface="+mn-lt"/>
              </a:defRPr>
            </a:lvl2pPr>
            <a:lvl3pPr marL="349861" indent="-200441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rgbClr val="7C7C7C"/>
              </a:buClr>
              <a:buSzPct val="120000"/>
              <a:buFont typeface="Arial" charset="0"/>
              <a:buChar char="–"/>
              <a:defRPr sz="1224" baseline="0">
                <a:solidFill>
                  <a:schemeClr val="tx1"/>
                </a:solidFill>
                <a:latin typeface="+mn-lt"/>
              </a:defRPr>
            </a:lvl3pPr>
            <a:lvl4pPr marL="470126" indent="-119050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rgbClr val="7C7C7C"/>
              </a:buClr>
              <a:buSzPct val="120000"/>
              <a:buFont typeface="Arial" charset="0"/>
              <a:buChar char="▫"/>
              <a:defRPr sz="1224" baseline="0">
                <a:solidFill>
                  <a:schemeClr val="tx1"/>
                </a:solidFill>
                <a:latin typeface="+mn-lt"/>
              </a:defRPr>
            </a:lvl4pPr>
            <a:lvl5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rgbClr val="7C7C7C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5pPr>
            <a:lvl6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6pPr>
            <a:lvl7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7pPr>
            <a:lvl8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8pPr>
            <a:lvl9pPr marL="573772" indent="-99614" algn="l" defTabSz="685145" rtl="0" eaLnBrk="1" fontAlgn="base" hangingPunct="1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sz="1224" baseline="0">
                <a:solidFill>
                  <a:schemeClr val="tx1"/>
                </a:solidFill>
                <a:latin typeface="+mn-lt"/>
              </a:defRPr>
            </a:lvl9pPr>
          </a:lstStyle>
          <a:p>
            <a:pPr algn="ctr"/>
            <a:r>
              <a:rPr lang="it-IT" sz="4800" b="1" dirty="0">
                <a:solidFill>
                  <a:srgbClr val="4C1529"/>
                </a:solidFill>
                <a:latin typeface="PP Pangaia SemiBold" pitchFamily="2" charset="0"/>
              </a:rPr>
              <a:t>Inserire qui il </a:t>
            </a:r>
            <a:r>
              <a:rPr lang="it-IT" sz="4800" b="1" dirty="0">
                <a:solidFill>
                  <a:srgbClr val="C3162B"/>
                </a:solidFill>
                <a:latin typeface="PP Pangaia Italic" pitchFamily="50" charset="0"/>
                <a:cs typeface="PP Pangaia Italic" pitchFamily="50" charset="0"/>
              </a:rPr>
              <a:t>titolo</a:t>
            </a:r>
            <a:endParaRPr lang="it-IT" sz="4800" dirty="0">
              <a:solidFill>
                <a:srgbClr val="C3162B"/>
              </a:solidFill>
              <a:latin typeface="PP Pangaia Italic" pitchFamily="50" charset="0"/>
              <a:cs typeface="PP Pangaia Italic" pitchFamily="50" charset="0"/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898B55A-BF02-EB2A-712B-7873F27BC5F0}"/>
              </a:ext>
            </a:extLst>
          </p:cNvPr>
          <p:cNvSpPr txBox="1"/>
          <p:nvPr/>
        </p:nvSpPr>
        <p:spPr>
          <a:xfrm>
            <a:off x="1947579" y="6497407"/>
            <a:ext cx="4726502" cy="237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it-IT" sz="700" dirty="0">
                <a:solidFill>
                  <a:schemeClr val="bg2">
                    <a:lumMod val="25000"/>
                  </a:schemeClr>
                </a:solidFill>
                <a:latin typeface="Manrope" pitchFamily="2" charset="0"/>
              </a:rPr>
              <a:t>inserire qui fonte.</a:t>
            </a:r>
          </a:p>
        </p:txBody>
      </p:sp>
    </p:spTree>
    <p:extLst>
      <p:ext uri="{BB962C8B-B14F-4D97-AF65-F5344CB8AC3E}">
        <p14:creationId xmlns:p14="http://schemas.microsoft.com/office/powerpoint/2010/main" val="16536072"/>
      </p:ext>
    </p:extLst>
  </p:cSld>
  <p:clrMapOvr>
    <a:masterClrMapping/>
  </p:clrMapOvr>
</p:sld>
</file>

<file path=ppt/theme/theme1.xml><?xml version="1.0" encoding="utf-8"?>
<a:theme xmlns:a="http://schemas.openxmlformats.org/drawingml/2006/main" name="2_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248AA85-D461-48A6-8FA4-E266336A27F2}">
  <we:reference id="wa200009065" version="1.0.0.0" store="it-IT" storeType="OMEX"/>
  <we:alternateReferences>
    <we:reference id="WA200009065" version="1.0.0.0" store="WA200009065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12729</TotalTime>
  <Words>11</Words>
  <Application>Microsoft Office PowerPoint</Application>
  <PresentationFormat>Widescreen</PresentationFormat>
  <Paragraphs>3</Paragraphs>
  <Slides>1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</vt:i4>
      </vt:variant>
    </vt:vector>
  </HeadingPairs>
  <TitlesOfParts>
    <vt:vector size="9" baseType="lpstr">
      <vt:lpstr>Aptos</vt:lpstr>
      <vt:lpstr>Arial</vt:lpstr>
      <vt:lpstr>Broadcast Matter</vt:lpstr>
      <vt:lpstr>Manrope</vt:lpstr>
      <vt:lpstr>Montserrat</vt:lpstr>
      <vt:lpstr>PP Pangaia Italic</vt:lpstr>
      <vt:lpstr>PP Pangaia SemiBold</vt:lpstr>
      <vt:lpstr>2_Tema di Office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Billy Dolor - Abitare Co.</dc:creator>
  <cp:lastModifiedBy>Billy Dolor - Abitare Co.</cp:lastModifiedBy>
  <cp:revision>227</cp:revision>
  <cp:lastPrinted>2025-06-19T16:06:35Z</cp:lastPrinted>
  <dcterms:created xsi:type="dcterms:W3CDTF">2024-09-20T12:56:38Z</dcterms:created>
  <dcterms:modified xsi:type="dcterms:W3CDTF">2026-06-05T07:09:09Z</dcterms:modified>
</cp:coreProperties>
</file>