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5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6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7.xml" ContentType="application/vnd.openxmlformats-officedocument.theme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8.xml" ContentType="application/vnd.openxmlformats-officedocument.theme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57" r:id="rId2"/>
    <p:sldMasterId id="2147483799" r:id="rId3"/>
    <p:sldMasterId id="2147483841" r:id="rId4"/>
    <p:sldMasterId id="2147483813" r:id="rId5"/>
    <p:sldMasterId id="2147483771" r:id="rId6"/>
    <p:sldMasterId id="2147483785" r:id="rId7"/>
    <p:sldMasterId id="2147483827" r:id="rId8"/>
    <p:sldMasterId id="2147483743" r:id="rId9"/>
  </p:sldMasterIdLst>
  <p:notesMasterIdLst>
    <p:notesMasterId r:id="rId14"/>
  </p:notesMasterIdLst>
  <p:handoutMasterIdLst>
    <p:handoutMasterId r:id="rId15"/>
  </p:handoutMasterIdLst>
  <p:sldIdLst>
    <p:sldId id="256" r:id="rId10"/>
    <p:sldId id="2146849848" r:id="rId11"/>
    <p:sldId id="2146849867" r:id="rId12"/>
    <p:sldId id="2146849869" r:id="rId13"/>
  </p:sldIdLst>
  <p:sldSz cx="12192000" cy="6858000"/>
  <p:notesSz cx="6797675" cy="99266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A0A7"/>
    <a:srgbClr val="C3162B"/>
    <a:srgbClr val="460E1D"/>
    <a:srgbClr val="EAE3DB"/>
    <a:srgbClr val="F5F5F5"/>
    <a:srgbClr val="E21529"/>
    <a:srgbClr val="353134"/>
    <a:srgbClr val="E8E1DF"/>
    <a:srgbClr val="E5E7E9"/>
    <a:srgbClr val="F1E9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89831" autoAdjust="0"/>
  </p:normalViewPr>
  <p:slideViewPr>
    <p:cSldViewPr snapToGrid="0">
      <p:cViewPr varScale="1">
        <p:scale>
          <a:sx n="107" d="100"/>
          <a:sy n="107" d="100"/>
        </p:scale>
        <p:origin x="678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402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5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1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0AE28FAA-A51D-2B82-1B16-AEC5DA481C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E7F2149-5214-1A7B-5253-60F2D19BE0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A3BE28-0A3D-4C41-9CFE-3C7416B26FD2}" type="datetimeFigureOut">
              <a:rPr lang="it-IT" smtClean="0"/>
              <a:t>24/02/2026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B691885-FEFF-9D72-090C-DFED6A5D0A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6D34F44-A75F-031E-7AD2-F8EEDA804E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ABF87-764E-4497-91C4-AF1BD0F6E8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15297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8E8EC0-B44D-4781-8E7E-0E122DC59412}" type="datetimeFigureOut">
              <a:rPr lang="it-IT" smtClean="0"/>
              <a:t>24/02/2026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BADB4-55F1-47E7-BB46-7A7FB6E2371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252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114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087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1381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7231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3415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3026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5128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3633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60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5247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2393640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99441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7941855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59819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1775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40948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56235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99237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9952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9595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3939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9853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29769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1544379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3763713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8300463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36274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08225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42909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45112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40245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47635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232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00939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79781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619807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2030055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967210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992102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519697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6196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01854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71058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969476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81734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1879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499012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52379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389311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413713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15634054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4268418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83604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13983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00124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36277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082123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74460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4038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442618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911500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137753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1435194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7598976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12742775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5455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648911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750936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289902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88981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55041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564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619635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013872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713740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1319227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5332259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16015205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211757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687484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305225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81274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535804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16358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467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72393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75900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469512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2597084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4312100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35421609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448946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191689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9762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987536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2087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061302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292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676289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531007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38440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17500173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3124962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37022708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251830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8798676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672623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7904901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296644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837447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109774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2478793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1407905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320101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3414026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31457019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37376770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3.jpg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5" Type="http://schemas.openxmlformats.org/officeDocument/2006/relationships/image" Target="../media/image4.jpg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13" Type="http://schemas.openxmlformats.org/officeDocument/2006/relationships/slideLayout" Target="../slideLayouts/slideLayout91.x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90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1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9.xml"/><Relationship Id="rId13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8.xml"/><Relationship Id="rId12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93.xml"/><Relationship Id="rId1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96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95.xml"/><Relationship Id="rId9" Type="http://schemas.openxmlformats.org/officeDocument/2006/relationships/slideLayout" Target="../slideLayouts/slideLayout100.xml"/><Relationship Id="rId1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2.xml"/><Relationship Id="rId13" Type="http://schemas.openxmlformats.org/officeDocument/2006/relationships/slideLayout" Target="../slideLayouts/slideLayout117.xml"/><Relationship Id="rId3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11.xml"/><Relationship Id="rId12" Type="http://schemas.openxmlformats.org/officeDocument/2006/relationships/slideLayout" Target="../slideLayouts/slideLayout116.xml"/><Relationship Id="rId2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115.xml"/><Relationship Id="rId5" Type="http://schemas.openxmlformats.org/officeDocument/2006/relationships/slideLayout" Target="../slideLayouts/slideLayout109.xml"/><Relationship Id="rId15" Type="http://schemas.openxmlformats.org/officeDocument/2006/relationships/image" Target="../media/image6.jpg"/><Relationship Id="rId10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Relationship Id="rId14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>
            <a:extLst>
              <a:ext uri="{FF2B5EF4-FFF2-40B4-BE49-F238E27FC236}">
                <a16:creationId xmlns:a16="http://schemas.microsoft.com/office/drawing/2014/main" id="{C557E669-6180-0840-D82B-871218D7A360}"/>
              </a:ext>
            </a:extLst>
          </p:cNvPr>
          <p:cNvSpPr txBox="1"/>
          <p:nvPr userDrawn="1"/>
        </p:nvSpPr>
        <p:spPr>
          <a:xfrm>
            <a:off x="66675" y="6566004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202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5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Manrope" pitchFamily="2" charset="0"/>
              <a:cs typeface="Arial"/>
            </a:endParaRPr>
          </a:p>
        </p:txBody>
      </p:sp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04AEB1F8-FB34-E444-C6AA-FC0B951266D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824140" y="6452341"/>
            <a:ext cx="1190061" cy="22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496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739" r:id="rId11"/>
    <p:sldLayoutId id="2147483740" r:id="rId12"/>
    <p:sldLayoutId id="214748374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6463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 descr="Immagine che contiene testo, mappa, diagramma, Piano&#10;&#10;Il contenuto generato dall'IA potrebbe non essere corretto.">
            <a:extLst>
              <a:ext uri="{FF2B5EF4-FFF2-40B4-BE49-F238E27FC236}">
                <a16:creationId xmlns:a16="http://schemas.microsoft.com/office/drawing/2014/main" id="{208EC763-3DB6-6372-B1D6-8B595A6F920D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820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724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  <p:sldLayoutId id="2147483853" r:id="rId12"/>
    <p:sldLayoutId id="214748385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 descr="Immagine che contiene testo, mappa, atlante&#10;&#10;Il contenuto generato dall'IA potrebbe non essere corretto.">
            <a:extLst>
              <a:ext uri="{FF2B5EF4-FFF2-40B4-BE49-F238E27FC236}">
                <a16:creationId xmlns:a16="http://schemas.microsoft.com/office/drawing/2014/main" id="{34CA575C-AF42-412A-FA9E-1D2616B5144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898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346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FD5D9B14-4470-18DB-1CC0-1CD3A27FE9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15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0595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F9B34E97-CAC2-9E15-10F0-5E8D946694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15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B1A5C7A-B5F0-B35C-9DFE-E4E9A5CC2C9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188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4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Aerofotogrammetria, aria aperta, casa, Vista aerea&#10;&#10;Il contenuto generato dall'IA potrebbe non essere corretto.">
            <a:extLst>
              <a:ext uri="{FF2B5EF4-FFF2-40B4-BE49-F238E27FC236}">
                <a16:creationId xmlns:a16="http://schemas.microsoft.com/office/drawing/2014/main" id="{A6C6502C-DB5C-9E8C-1D33-354A42F5E96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879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png"/><Relationship Id="rId16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Immagine che contiene nuvola, tramonto, edificio, aria aperta&#10;&#10;Descrizione generata automaticamente">
            <a:extLst>
              <a:ext uri="{FF2B5EF4-FFF2-40B4-BE49-F238E27FC236}">
                <a16:creationId xmlns:a16="http://schemas.microsoft.com/office/drawing/2014/main" id="{9DA64203-F367-08BA-4816-288A0A287E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2" t="2681" r="4442" b="2048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A0A7E16D-3AA9-5627-274D-236F3D105C82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1529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5" name="Sottotitolo 2">
            <a:extLst>
              <a:ext uri="{FF2B5EF4-FFF2-40B4-BE49-F238E27FC236}">
                <a16:creationId xmlns:a16="http://schemas.microsoft.com/office/drawing/2014/main" id="{95A0D7CE-8C3D-3741-658C-D11EBC561334}"/>
              </a:ext>
            </a:extLst>
          </p:cNvPr>
          <p:cNvSpPr txBox="1">
            <a:spLocks/>
          </p:cNvSpPr>
          <p:nvPr/>
        </p:nvSpPr>
        <p:spPr>
          <a:xfrm>
            <a:off x="0" y="1096298"/>
            <a:ext cx="12192000" cy="488887"/>
          </a:xfrm>
          <a:prstGeom prst="rect">
            <a:avLst/>
          </a:prstGeom>
        </p:spPr>
        <p:txBody>
          <a:bodyPr anchor="ctr"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lnSpc>
                <a:spcPct val="150000"/>
              </a:lnSpc>
            </a:pPr>
            <a:endParaRPr lang="it-IT" sz="1400" dirty="0">
              <a:solidFill>
                <a:schemeClr val="bg1"/>
              </a:solidFill>
              <a:latin typeface="Manrope" pitchFamily="2" charset="0"/>
            </a:endParaRPr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4B79013B-5436-A6EB-F992-91031A9AC81C}"/>
              </a:ext>
            </a:extLst>
          </p:cNvPr>
          <p:cNvSpPr txBox="1"/>
          <p:nvPr/>
        </p:nvSpPr>
        <p:spPr>
          <a:xfrm>
            <a:off x="5266924" y="6566004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202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6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rgbClr val="EAE3DB"/>
              </a:solidFill>
              <a:effectLst/>
              <a:uLnTx/>
              <a:uFillTx/>
              <a:latin typeface="Manrope" pitchFamily="2" charset="0"/>
              <a:cs typeface="Arial"/>
            </a:endParaRPr>
          </a:p>
        </p:txBody>
      </p:sp>
      <p:pic>
        <p:nvPicPr>
          <p:cNvPr id="32" name="Elemento grafico 31">
            <a:extLst>
              <a:ext uri="{FF2B5EF4-FFF2-40B4-BE49-F238E27FC236}">
                <a16:creationId xmlns:a16="http://schemas.microsoft.com/office/drawing/2014/main" id="{4DF2A13B-C99B-467F-2A61-0BE5F0B5BD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5624" y="1096298"/>
            <a:ext cx="3000746" cy="570848"/>
          </a:xfrm>
          <a:prstGeom prst="rect">
            <a:avLst/>
          </a:prstGeom>
        </p:spPr>
      </p:pic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FAC36BA0-7436-4DD5-C8B8-E62D169114CA}"/>
              </a:ext>
            </a:extLst>
          </p:cNvPr>
          <p:cNvCxnSpPr>
            <a:cxnSpLocks/>
          </p:cNvCxnSpPr>
          <p:nvPr/>
        </p:nvCxnSpPr>
        <p:spPr>
          <a:xfrm>
            <a:off x="6096000" y="4156770"/>
            <a:ext cx="0" cy="882356"/>
          </a:xfrm>
          <a:prstGeom prst="line">
            <a:avLst/>
          </a:prstGeom>
          <a:ln w="6350">
            <a:solidFill>
              <a:srgbClr val="EAE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Elemento grafico 33">
            <a:extLst>
              <a:ext uri="{FF2B5EF4-FFF2-40B4-BE49-F238E27FC236}">
                <a16:creationId xmlns:a16="http://schemas.microsoft.com/office/drawing/2014/main" id="{AB1B7E37-C259-C895-DB77-88831352BA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60389" y="5622893"/>
            <a:ext cx="2020433" cy="435800"/>
          </a:xfrm>
          <a:prstGeom prst="rect">
            <a:avLst/>
          </a:prstGeom>
        </p:spPr>
      </p:pic>
      <p:pic>
        <p:nvPicPr>
          <p:cNvPr id="35" name="Elemento grafico 34">
            <a:extLst>
              <a:ext uri="{FF2B5EF4-FFF2-40B4-BE49-F238E27FC236}">
                <a16:creationId xmlns:a16="http://schemas.microsoft.com/office/drawing/2014/main" id="{2AD0F469-1597-59DD-721B-C3B5DAD231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1801" y="5777201"/>
            <a:ext cx="1433663" cy="225555"/>
          </a:xfrm>
          <a:prstGeom prst="rect">
            <a:avLst/>
          </a:prstGeom>
        </p:spPr>
      </p:pic>
      <p:pic>
        <p:nvPicPr>
          <p:cNvPr id="36" name="Elemento grafico 35">
            <a:extLst>
              <a:ext uri="{FF2B5EF4-FFF2-40B4-BE49-F238E27FC236}">
                <a16:creationId xmlns:a16="http://schemas.microsoft.com/office/drawing/2014/main" id="{F30E8BB3-D46B-CB7A-BCC6-57B3B15B2A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76306" y="5770442"/>
            <a:ext cx="1669132" cy="239071"/>
          </a:xfrm>
          <a:prstGeom prst="rect">
            <a:avLst/>
          </a:prstGeom>
        </p:spPr>
      </p:pic>
      <p:pic>
        <p:nvPicPr>
          <p:cNvPr id="37" name="Elemento grafico 36">
            <a:extLst>
              <a:ext uri="{FF2B5EF4-FFF2-40B4-BE49-F238E27FC236}">
                <a16:creationId xmlns:a16="http://schemas.microsoft.com/office/drawing/2014/main" id="{D5657FEF-ABB3-C6A5-E77B-F95F3ECAB1D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45496" y="5761702"/>
            <a:ext cx="2160682" cy="241054"/>
          </a:xfrm>
          <a:prstGeom prst="rect">
            <a:avLst/>
          </a:prstGeom>
        </p:spPr>
      </p:pic>
      <p:sp>
        <p:nvSpPr>
          <p:cNvPr id="38" name="Sottotitolo 2">
            <a:extLst>
              <a:ext uri="{FF2B5EF4-FFF2-40B4-BE49-F238E27FC236}">
                <a16:creationId xmlns:a16="http://schemas.microsoft.com/office/drawing/2014/main" id="{D98A0A70-D0F8-3B85-2F7F-6BC1E844530C}"/>
              </a:ext>
            </a:extLst>
          </p:cNvPr>
          <p:cNvSpPr txBox="1">
            <a:spLocks/>
          </p:cNvSpPr>
          <p:nvPr/>
        </p:nvSpPr>
        <p:spPr>
          <a:xfrm>
            <a:off x="3238500" y="4156770"/>
            <a:ext cx="2857499" cy="840350"/>
          </a:xfrm>
          <a:prstGeom prst="rect">
            <a:avLst/>
          </a:prstGeom>
        </p:spPr>
        <p:txBody>
          <a:bodyPr anchor="ctr"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it-IT" sz="1600" b="1" dirty="0">
                <a:solidFill>
                  <a:srgbClr val="EAE3DB"/>
                </a:solidFill>
                <a:latin typeface="Manrope" pitchFamily="2" charset="0"/>
              </a:rPr>
              <a:t>Nome Cognome – Job </a:t>
            </a:r>
            <a:r>
              <a:rPr lang="it-IT" sz="1600" b="1" dirty="0" err="1">
                <a:solidFill>
                  <a:srgbClr val="EAE3DB"/>
                </a:solidFill>
                <a:latin typeface="Manrope" pitchFamily="2" charset="0"/>
              </a:rPr>
              <a:t>title</a:t>
            </a:r>
            <a:endParaRPr lang="it-IT" sz="1600" b="1" dirty="0">
              <a:solidFill>
                <a:srgbClr val="EAE3DB"/>
              </a:solidFill>
              <a:latin typeface="Manrope" pitchFamily="2" charset="0"/>
            </a:endParaRPr>
          </a:p>
        </p:txBody>
      </p:sp>
      <p:sp>
        <p:nvSpPr>
          <p:cNvPr id="39" name="Sottotitolo 2">
            <a:extLst>
              <a:ext uri="{FF2B5EF4-FFF2-40B4-BE49-F238E27FC236}">
                <a16:creationId xmlns:a16="http://schemas.microsoft.com/office/drawing/2014/main" id="{7D74236D-7AC3-A4B1-6FF9-94EA96C6FB8D}"/>
              </a:ext>
            </a:extLst>
          </p:cNvPr>
          <p:cNvSpPr txBox="1">
            <a:spLocks/>
          </p:cNvSpPr>
          <p:nvPr/>
        </p:nvSpPr>
        <p:spPr>
          <a:xfrm>
            <a:off x="6096000" y="4156770"/>
            <a:ext cx="3926542" cy="840350"/>
          </a:xfrm>
          <a:prstGeom prst="rect">
            <a:avLst/>
          </a:prstGeom>
        </p:spPr>
        <p:txBody>
          <a:bodyPr anchor="ctr"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it-IT" sz="1600" b="1" dirty="0">
                <a:solidFill>
                  <a:srgbClr val="EAE3DB"/>
                </a:solidFill>
                <a:latin typeface="Manrope" pitchFamily="2" charset="0"/>
              </a:rPr>
              <a:t>Data 2026</a:t>
            </a:r>
          </a:p>
          <a:p>
            <a:pPr algn="ctr">
              <a:lnSpc>
                <a:spcPct val="150000"/>
              </a:lnSpc>
            </a:pPr>
            <a:r>
              <a:rPr lang="it-IT" sz="1200" dirty="0">
                <a:solidFill>
                  <a:srgbClr val="EAE3DB"/>
                </a:solidFill>
                <a:latin typeface="Manrope" pitchFamily="2" charset="0"/>
              </a:rPr>
              <a:t>LUOGO</a:t>
            </a:r>
          </a:p>
        </p:txBody>
      </p: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A8E47E27-360F-295C-397E-AACEFAC3E24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15748" y="5768459"/>
            <a:ext cx="960501" cy="469765"/>
          </a:xfrm>
          <a:prstGeom prst="rect">
            <a:avLst/>
          </a:prstGeom>
        </p:spPr>
      </p:pic>
      <p:sp>
        <p:nvSpPr>
          <p:cNvPr id="7" name="Sottotitolo 2">
            <a:extLst>
              <a:ext uri="{FF2B5EF4-FFF2-40B4-BE49-F238E27FC236}">
                <a16:creationId xmlns:a16="http://schemas.microsoft.com/office/drawing/2014/main" id="{81A70056-7C76-92E5-0FDE-823EC3D3F4DA}"/>
              </a:ext>
            </a:extLst>
          </p:cNvPr>
          <p:cNvSpPr txBox="1">
            <a:spLocks/>
          </p:cNvSpPr>
          <p:nvPr/>
        </p:nvSpPr>
        <p:spPr>
          <a:xfrm>
            <a:off x="0" y="2368812"/>
            <a:ext cx="12192000" cy="1004330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6000" b="1" dirty="0" err="1">
                <a:solidFill>
                  <a:srgbClr val="EAE3DB"/>
                </a:solidFill>
                <a:latin typeface="PP Pangaia SemiBold" pitchFamily="2" charset="0"/>
              </a:rPr>
              <a:t>Lorem</a:t>
            </a:r>
            <a:r>
              <a:rPr lang="it-IT" sz="6000" b="1" dirty="0">
                <a:solidFill>
                  <a:srgbClr val="EAE3DB"/>
                </a:solidFill>
                <a:latin typeface="PP Pangaia SemiBold" pitchFamily="2" charset="0"/>
              </a:rPr>
              <a:t> </a:t>
            </a:r>
            <a:r>
              <a:rPr lang="it-IT" sz="6000" b="1" dirty="0" err="1">
                <a:solidFill>
                  <a:srgbClr val="EAE3DB"/>
                </a:solidFill>
                <a:latin typeface="PP Pangaia SemiBold" pitchFamily="2" charset="0"/>
              </a:rPr>
              <a:t>Ipsum</a:t>
            </a:r>
            <a:r>
              <a:rPr lang="it-IT" sz="6000" b="1" dirty="0">
                <a:solidFill>
                  <a:srgbClr val="EAE3DB"/>
                </a:solidFill>
                <a:latin typeface="PP Pangaia SemiBold" pitchFamily="2" charset="0"/>
              </a:rPr>
              <a:t>, </a:t>
            </a:r>
            <a:r>
              <a:rPr lang="it-IT" sz="60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Dolor Amet.</a:t>
            </a:r>
            <a:endParaRPr lang="it-IT" sz="60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10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20CFF6-8D66-4FF1-3949-32A1B671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526F0C73-112D-ED97-0B6B-177E495A4483}"/>
              </a:ext>
            </a:extLst>
          </p:cNvPr>
          <p:cNvSpPr txBox="1">
            <a:spLocks/>
          </p:cNvSpPr>
          <p:nvPr/>
        </p:nvSpPr>
        <p:spPr>
          <a:xfrm>
            <a:off x="0" y="2912974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4800" b="1" dirty="0" err="1">
                <a:solidFill>
                  <a:srgbClr val="4C1529"/>
                </a:solidFill>
                <a:latin typeface="PP Pangaia SemiBold" pitchFamily="2" charset="0"/>
              </a:rPr>
              <a:t>Lorem</a:t>
            </a:r>
            <a:r>
              <a:rPr lang="it-IT" sz="4800" b="1" dirty="0">
                <a:solidFill>
                  <a:srgbClr val="4C1529"/>
                </a:solidFill>
                <a:latin typeface="PP Pangaia SemiBold" pitchFamily="2" charset="0"/>
              </a:rPr>
              <a:t> </a:t>
            </a:r>
            <a:r>
              <a:rPr lang="it-IT" sz="4800" b="1" dirty="0" err="1">
                <a:solidFill>
                  <a:srgbClr val="4C1529"/>
                </a:solidFill>
                <a:latin typeface="PP Pangaia SemiBold" pitchFamily="2" charset="0"/>
              </a:rPr>
              <a:t>Ipsum</a:t>
            </a:r>
            <a:r>
              <a:rPr lang="it-IT" sz="4800" b="1" dirty="0">
                <a:solidFill>
                  <a:srgbClr val="4C1529"/>
                </a:solidFill>
                <a:latin typeface="PP Pangaia SemiBold" pitchFamily="2" charset="0"/>
              </a:rPr>
              <a:t>, </a:t>
            </a:r>
            <a:r>
              <a:rPr lang="it-IT" sz="48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Dolor Amet</a:t>
            </a:r>
            <a:endParaRPr lang="it-IT" sz="48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26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4A7244-4165-3D73-1030-C84FF044A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Elemento grafico 236">
            <a:extLst>
              <a:ext uri="{FF2B5EF4-FFF2-40B4-BE49-F238E27FC236}">
                <a16:creationId xmlns:a16="http://schemas.microsoft.com/office/drawing/2014/main" id="{2482FF74-D60B-31D0-7939-ED33EF74F3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4140" y="6452341"/>
            <a:ext cx="1190061" cy="226392"/>
          </a:xfrm>
          <a:prstGeom prst="rect">
            <a:avLst/>
          </a:prstGeom>
        </p:spPr>
      </p:pic>
      <p:sp>
        <p:nvSpPr>
          <p:cNvPr id="238" name="object 4">
            <a:extLst>
              <a:ext uri="{FF2B5EF4-FFF2-40B4-BE49-F238E27FC236}">
                <a16:creationId xmlns:a16="http://schemas.microsoft.com/office/drawing/2014/main" id="{889A9BC2-1F0E-619D-31A1-79BC9298952B}"/>
              </a:ext>
            </a:extLst>
          </p:cNvPr>
          <p:cNvSpPr txBox="1"/>
          <p:nvPr/>
        </p:nvSpPr>
        <p:spPr>
          <a:xfrm>
            <a:off x="66675" y="6566004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202</a:t>
            </a:r>
            <a:r>
              <a:rPr lang="it-IT" sz="700" spc="-5" dirty="0">
                <a:solidFill>
                  <a:schemeClr val="bg2">
                    <a:lumMod val="25000"/>
                  </a:schemeClr>
                </a:solidFill>
                <a:latin typeface="Manrope" pitchFamily="2" charset="0"/>
                <a:cs typeface="Arial"/>
              </a:rPr>
              <a:t>6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Manrope" pitchFamily="2" charset="0"/>
              <a:cs typeface="Arial"/>
            </a:endParaRPr>
          </a:p>
        </p:txBody>
      </p:sp>
      <p:sp>
        <p:nvSpPr>
          <p:cNvPr id="4" name="Rectangle 108">
            <a:extLst>
              <a:ext uri="{FF2B5EF4-FFF2-40B4-BE49-F238E27FC236}">
                <a16:creationId xmlns:a16="http://schemas.microsoft.com/office/drawing/2014/main" id="{9172BD26-61A0-0374-F510-67FE61054A57}"/>
              </a:ext>
            </a:extLst>
          </p:cNvPr>
          <p:cNvSpPr/>
          <p:nvPr/>
        </p:nvSpPr>
        <p:spPr>
          <a:xfrm>
            <a:off x="0" y="1473358"/>
            <a:ext cx="12192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Inserire testo</a:t>
            </a:r>
          </a:p>
        </p:txBody>
      </p:sp>
      <p:sp>
        <p:nvSpPr>
          <p:cNvPr id="16" name="Sottotitolo 2">
            <a:extLst>
              <a:ext uri="{FF2B5EF4-FFF2-40B4-BE49-F238E27FC236}">
                <a16:creationId xmlns:a16="http://schemas.microsoft.com/office/drawing/2014/main" id="{B968264D-2154-EAD4-7C5C-232E01AE339E}"/>
              </a:ext>
            </a:extLst>
          </p:cNvPr>
          <p:cNvSpPr txBox="1">
            <a:spLocks/>
          </p:cNvSpPr>
          <p:nvPr/>
        </p:nvSpPr>
        <p:spPr>
          <a:xfrm>
            <a:off x="0" y="283091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4800" b="1" dirty="0">
                <a:solidFill>
                  <a:srgbClr val="4C1529"/>
                </a:solidFill>
                <a:latin typeface="PP Pangaia SemiBold" pitchFamily="2" charset="0"/>
              </a:rPr>
              <a:t>Inserire qui il </a:t>
            </a:r>
            <a:r>
              <a:rPr lang="it-IT" sz="48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titolo</a:t>
            </a:r>
            <a:endParaRPr lang="it-IT" sz="48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6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C656B-B823-09D0-53F9-B8FE31D1F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Immagine che contiene nuvola, tramonto, edificio, aria aperta&#10;&#10;Descrizione generata automaticamente">
            <a:extLst>
              <a:ext uri="{FF2B5EF4-FFF2-40B4-BE49-F238E27FC236}">
                <a16:creationId xmlns:a16="http://schemas.microsoft.com/office/drawing/2014/main" id="{3CA92031-6A29-7E22-FA7C-FCC1552CD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2" t="2681" r="4442" b="2048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214AD3C5-BEEC-AA2A-F9BE-944121C0928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1529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5" name="Sottotitolo 2">
            <a:extLst>
              <a:ext uri="{FF2B5EF4-FFF2-40B4-BE49-F238E27FC236}">
                <a16:creationId xmlns:a16="http://schemas.microsoft.com/office/drawing/2014/main" id="{8B6568BC-C94B-1548-483F-D486C58D0EC1}"/>
              </a:ext>
            </a:extLst>
          </p:cNvPr>
          <p:cNvSpPr txBox="1">
            <a:spLocks/>
          </p:cNvSpPr>
          <p:nvPr/>
        </p:nvSpPr>
        <p:spPr>
          <a:xfrm>
            <a:off x="0" y="1096298"/>
            <a:ext cx="12192000" cy="488887"/>
          </a:xfrm>
          <a:prstGeom prst="rect">
            <a:avLst/>
          </a:prstGeom>
        </p:spPr>
        <p:txBody>
          <a:bodyPr anchor="ctr"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lnSpc>
                <a:spcPct val="150000"/>
              </a:lnSpc>
            </a:pPr>
            <a:endParaRPr lang="it-IT" sz="1400" dirty="0">
              <a:solidFill>
                <a:schemeClr val="bg1"/>
              </a:solidFill>
              <a:latin typeface="Manrope" pitchFamily="2" charset="0"/>
            </a:endParaRPr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C6819472-2A55-9250-A6D9-574FD8CEC05F}"/>
              </a:ext>
            </a:extLst>
          </p:cNvPr>
          <p:cNvSpPr txBox="1"/>
          <p:nvPr/>
        </p:nvSpPr>
        <p:spPr>
          <a:xfrm>
            <a:off x="5266924" y="6566004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202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6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rgbClr val="EAE3DB"/>
              </a:solidFill>
              <a:effectLst/>
              <a:uLnTx/>
              <a:uFillTx/>
              <a:latin typeface="Manrope" pitchFamily="2" charset="0"/>
              <a:cs typeface="Arial"/>
            </a:endParaRPr>
          </a:p>
        </p:txBody>
      </p:sp>
      <p:pic>
        <p:nvPicPr>
          <p:cNvPr id="32" name="Elemento grafico 31">
            <a:extLst>
              <a:ext uri="{FF2B5EF4-FFF2-40B4-BE49-F238E27FC236}">
                <a16:creationId xmlns:a16="http://schemas.microsoft.com/office/drawing/2014/main" id="{5AA2B4D5-BFDC-CE0F-F28B-6437A10D65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5624" y="1096298"/>
            <a:ext cx="3000746" cy="570848"/>
          </a:xfrm>
          <a:prstGeom prst="rect">
            <a:avLst/>
          </a:prstGeom>
        </p:spPr>
      </p:pic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042BC59D-937B-D916-8947-055624C2CB02}"/>
              </a:ext>
            </a:extLst>
          </p:cNvPr>
          <p:cNvCxnSpPr>
            <a:cxnSpLocks/>
          </p:cNvCxnSpPr>
          <p:nvPr/>
        </p:nvCxnSpPr>
        <p:spPr>
          <a:xfrm>
            <a:off x="6096000" y="4156770"/>
            <a:ext cx="0" cy="882356"/>
          </a:xfrm>
          <a:prstGeom prst="line">
            <a:avLst/>
          </a:prstGeom>
          <a:ln w="6350">
            <a:solidFill>
              <a:srgbClr val="EAE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Elemento grafico 33">
            <a:extLst>
              <a:ext uri="{FF2B5EF4-FFF2-40B4-BE49-F238E27FC236}">
                <a16:creationId xmlns:a16="http://schemas.microsoft.com/office/drawing/2014/main" id="{6D5D714C-C827-A03F-9419-DBDAFE42CA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60389" y="5622893"/>
            <a:ext cx="2020433" cy="435800"/>
          </a:xfrm>
          <a:prstGeom prst="rect">
            <a:avLst/>
          </a:prstGeom>
        </p:spPr>
      </p:pic>
      <p:pic>
        <p:nvPicPr>
          <p:cNvPr id="35" name="Elemento grafico 34">
            <a:extLst>
              <a:ext uri="{FF2B5EF4-FFF2-40B4-BE49-F238E27FC236}">
                <a16:creationId xmlns:a16="http://schemas.microsoft.com/office/drawing/2014/main" id="{F4185EB8-E8CB-52FB-397B-C50AFBF944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1801" y="5777201"/>
            <a:ext cx="1433663" cy="225555"/>
          </a:xfrm>
          <a:prstGeom prst="rect">
            <a:avLst/>
          </a:prstGeom>
        </p:spPr>
      </p:pic>
      <p:pic>
        <p:nvPicPr>
          <p:cNvPr id="36" name="Elemento grafico 35">
            <a:extLst>
              <a:ext uri="{FF2B5EF4-FFF2-40B4-BE49-F238E27FC236}">
                <a16:creationId xmlns:a16="http://schemas.microsoft.com/office/drawing/2014/main" id="{49BC0270-5D51-B3D5-993F-9B78451F1A1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76306" y="5770442"/>
            <a:ext cx="1669132" cy="239071"/>
          </a:xfrm>
          <a:prstGeom prst="rect">
            <a:avLst/>
          </a:prstGeom>
        </p:spPr>
      </p:pic>
      <p:pic>
        <p:nvPicPr>
          <p:cNvPr id="37" name="Elemento grafico 36">
            <a:extLst>
              <a:ext uri="{FF2B5EF4-FFF2-40B4-BE49-F238E27FC236}">
                <a16:creationId xmlns:a16="http://schemas.microsoft.com/office/drawing/2014/main" id="{D5FAB525-A258-C290-E7D0-06486F81BF3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45496" y="5761702"/>
            <a:ext cx="2160682" cy="241054"/>
          </a:xfrm>
          <a:prstGeom prst="rect">
            <a:avLst/>
          </a:prstGeom>
        </p:spPr>
      </p:pic>
      <p:sp>
        <p:nvSpPr>
          <p:cNvPr id="38" name="Sottotitolo 2">
            <a:extLst>
              <a:ext uri="{FF2B5EF4-FFF2-40B4-BE49-F238E27FC236}">
                <a16:creationId xmlns:a16="http://schemas.microsoft.com/office/drawing/2014/main" id="{1A01ED6F-7E3A-2105-F16C-86D03DA73626}"/>
              </a:ext>
            </a:extLst>
          </p:cNvPr>
          <p:cNvSpPr txBox="1">
            <a:spLocks/>
          </p:cNvSpPr>
          <p:nvPr/>
        </p:nvSpPr>
        <p:spPr>
          <a:xfrm>
            <a:off x="2984500" y="4156770"/>
            <a:ext cx="3111499" cy="840350"/>
          </a:xfrm>
          <a:prstGeom prst="rect">
            <a:avLst/>
          </a:prstGeom>
        </p:spPr>
        <p:txBody>
          <a:bodyPr anchor="ctr"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it-IT" sz="1600" b="1" dirty="0">
                <a:solidFill>
                  <a:srgbClr val="EAE3DB"/>
                </a:solidFill>
                <a:latin typeface="Manrope" pitchFamily="2" charset="0"/>
              </a:rPr>
              <a:t>www.abitareco.it</a:t>
            </a:r>
          </a:p>
        </p:txBody>
      </p: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5293065C-70AD-1D70-443C-C7485A044D2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15748" y="5768459"/>
            <a:ext cx="960501" cy="469765"/>
          </a:xfrm>
          <a:prstGeom prst="rect">
            <a:avLst/>
          </a:prstGeom>
        </p:spPr>
      </p:pic>
      <p:sp>
        <p:nvSpPr>
          <p:cNvPr id="7" name="Sottotitolo 2">
            <a:extLst>
              <a:ext uri="{FF2B5EF4-FFF2-40B4-BE49-F238E27FC236}">
                <a16:creationId xmlns:a16="http://schemas.microsoft.com/office/drawing/2014/main" id="{839B57E9-441B-CA1B-1B42-C04354514EE3}"/>
              </a:ext>
            </a:extLst>
          </p:cNvPr>
          <p:cNvSpPr txBox="1">
            <a:spLocks/>
          </p:cNvSpPr>
          <p:nvPr/>
        </p:nvSpPr>
        <p:spPr>
          <a:xfrm>
            <a:off x="0" y="2368812"/>
            <a:ext cx="12192000" cy="1004330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6000" b="1" dirty="0">
                <a:solidFill>
                  <a:srgbClr val="EAE3DB"/>
                </a:solidFill>
                <a:latin typeface="PP Pangaia SemiBold" pitchFamily="2" charset="0"/>
              </a:rPr>
              <a:t>Rimani </a:t>
            </a:r>
            <a:r>
              <a:rPr lang="it-IT" sz="60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aggiornato</a:t>
            </a:r>
            <a:endParaRPr lang="it-IT" sz="60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880BD158-CF36-EE7F-5D39-00ADED38B6D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77849" y="4457186"/>
            <a:ext cx="2043876" cy="30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93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5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8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6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3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4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7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248AA85-D461-48A6-8FA4-E266336A27F2}">
  <we:reference id="wa200009065" version="1.0.0.0" store="it-IT" storeType="OMEX"/>
  <we:alternateReferences>
    <we:reference id="WA200009065" version="1.0.0.0" store="WA20000906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12721</TotalTime>
  <Words>65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9</vt:i4>
      </vt:variant>
      <vt:variant>
        <vt:lpstr>Titoli diapositive</vt:lpstr>
      </vt:variant>
      <vt:variant>
        <vt:i4>4</vt:i4>
      </vt:variant>
    </vt:vector>
  </HeadingPairs>
  <TitlesOfParts>
    <vt:vector size="20" baseType="lpstr">
      <vt:lpstr>Aptos</vt:lpstr>
      <vt:lpstr>Arial</vt:lpstr>
      <vt:lpstr>Broadcast Matter</vt:lpstr>
      <vt:lpstr>Manrope</vt:lpstr>
      <vt:lpstr>Montserrat</vt:lpstr>
      <vt:lpstr>PP Pangaia Italic</vt:lpstr>
      <vt:lpstr>PP Pangaia SemiBold</vt:lpstr>
      <vt:lpstr>Tema di Office</vt:lpstr>
      <vt:lpstr>2_Tema di Office</vt:lpstr>
      <vt:lpstr>5_Tema di Office</vt:lpstr>
      <vt:lpstr>8_Tema di Office</vt:lpstr>
      <vt:lpstr>6_Tema di Office</vt:lpstr>
      <vt:lpstr>3_Tema di Office</vt:lpstr>
      <vt:lpstr>4_Tema di Office</vt:lpstr>
      <vt:lpstr>7_Tema di Office</vt:lpstr>
      <vt:lpstr>1_Tema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Billy Dolor - Abitare Co.</dc:creator>
  <cp:lastModifiedBy>Billy Dolor - Abitare Co.</cp:lastModifiedBy>
  <cp:revision>222</cp:revision>
  <cp:lastPrinted>2025-06-19T16:06:35Z</cp:lastPrinted>
  <dcterms:created xsi:type="dcterms:W3CDTF">2024-09-20T12:56:38Z</dcterms:created>
  <dcterms:modified xsi:type="dcterms:W3CDTF">2026-02-24T11:06:15Z</dcterms:modified>
</cp:coreProperties>
</file>